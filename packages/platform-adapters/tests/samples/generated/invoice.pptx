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Invoice SAMPLE-001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Total: 100.00 USD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